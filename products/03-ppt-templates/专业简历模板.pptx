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640080"/>
            <a:ext cx="2011680" cy="2011680"/>
          </a:xfrm>
          <a:prstGeom prst="ellipse">
            <a:avLst/>
          </a:prstGeom>
          <a:solidFill>
            <a:srgbClr val="374761"/>
          </a:solidFill>
          <a:ln w="381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7680" y="640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A"/>
                </a:solidFill>
              </a:defRPr>
            </a:pPr>
            <a:r>
              <a:t>张  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344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高级全栈开发工程师  ·  10年经验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📧  zhangwei@email.com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📱  138-XXXX-XXXX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📍  北京市朝阳区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🔗  github.com/zhangwei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463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专业技能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166360"/>
            <a:ext cx="109728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5E0"/>
                </a:solidFill>
              </a:defRPr>
            </a:pPr>
            <a:r>
              <a:t>▸  React / Next.js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8756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5E0"/>
                </a:solidFill>
              </a:defRPr>
            </a:pPr>
            <a:r>
              <a:t>▸  TypeScript / 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0176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5E0"/>
                </a:solidFill>
              </a:defRPr>
            </a:pPr>
            <a:r>
              <a:t>▸  Python / Node.js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7278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5E0"/>
                </a:solidFill>
              </a:defRPr>
            </a:pPr>
            <a:r>
              <a:t>▸  PostgreSQL / 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65392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5E0"/>
                </a:solidFill>
              </a:defRPr>
            </a:pPr>
            <a:r>
              <a:t>▸  AWS / Docker / K8s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85800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5E0"/>
                </a:solidFill>
              </a:defRPr>
            </a:pPr>
            <a:r>
              <a:t>▸  AI / LLM 应用开发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828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A"/>
                </a:solidFill>
              </a:defRPr>
            </a:pPr>
            <a:r>
              <a:t>工作经历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148840"/>
            <a:ext cx="13716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331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A"/>
                </a:solidFill>
              </a:defRPr>
            </a:pPr>
            <a:r>
              <a:t>字节跳动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6060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高级前端工程师  |  2022.03 - 至今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834640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•  带领 5 人团队负责电商平台前端架构，日活 500 万+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035808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•  主导前端性能优化，首屏加载时间从 3.2s 降至 1.1s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23697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•  搭建组件库（200+ 组件），覆盖 8 个业务线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7490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A"/>
                </a:solidFill>
              </a:defRPr>
            </a:pPr>
            <a:r>
              <a:t>阿里巴巴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023359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前端开发工程师  |  2019.07 - 2022.02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251959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•  参与双11大促前端开发，支撑峰值 QPS 10万+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53127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•  开发内部 DevOps 平台，部署效率提升 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654295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•  获得年度最佳新人奖（Top 5%）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166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A"/>
                </a:solidFill>
              </a:defRPr>
            </a:pPr>
            <a:r>
              <a:t>美团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44068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初级开发工程师  |  2016.09 - 2019.06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669280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•  负责商家端后台管理系统开发与维护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870448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•  重构订单模块，代码量减少 40%，性能提升 3x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语言能力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09728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AD5E0"/>
                </a:solidFill>
              </a:defRPr>
            </a:pPr>
            <a:r>
              <a:t>中文：母语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AD5E0"/>
                </a:solidFill>
              </a:defRPr>
            </a:pPr>
            <a:r>
              <a:t>英语：流利（雅思 7.0）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AD5E0"/>
                </a:solidFill>
              </a:defRPr>
            </a:pPr>
            <a:r>
              <a:t>日语：日常沟通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证书与荣誉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63240"/>
            <a:ext cx="109728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5E0"/>
                </a:solidFill>
              </a:defRPr>
            </a:pPr>
            <a:r>
              <a:t>▸  AWS Solutions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5E0"/>
                </a:solidFill>
              </a:defRPr>
            </a:pPr>
            <a:r>
              <a:t>▸  Google Cloud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77056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5E0"/>
                </a:solidFill>
              </a:defRPr>
            </a:pPr>
            <a:r>
              <a:t>▸  PMP 项目管理认证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966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5E0"/>
                </a:solidFill>
              </a:defRPr>
            </a:pPr>
            <a:r>
              <a:t>▸  字节跳动年度最佳技术奖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62272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5E0"/>
                </a:solidFill>
              </a:defRPr>
            </a:pPr>
            <a:r>
              <a:t>▸  阿里巴巴双11技术先锋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40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A"/>
                </a:solidFill>
              </a:defRPr>
            </a:pPr>
            <a:r>
              <a:t>教育背景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960120"/>
            <a:ext cx="13716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14300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A"/>
                </a:solidFill>
              </a:defRPr>
            </a:pPr>
            <a:r>
              <a:t>清华大学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4173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计算机科学与技术 · 硕士  |  2014 - 2016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4592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GPA 3.8/4.0，获国家奖学金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2402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A"/>
                </a:solidFill>
              </a:defRPr>
            </a:pPr>
            <a:r>
              <a:t>浙江大学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51460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软件工程 · 学士  |  2010 - 2014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74320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GPA 3.6/4.0，校级优秀毕业生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3832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A"/>
                </a:solidFill>
              </a:defRPr>
            </a:pPr>
            <a:r>
              <a:t>个人项目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703320"/>
            <a:ext cx="13716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886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A"/>
                </a:solidFill>
              </a:defRPr>
            </a:pPr>
            <a:r>
              <a:t>AI周报生成器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14223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技术栈：Next.js + Anthropic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3434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10万+ 月活用户，付费转化率 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6177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A"/>
                </a:solidFill>
              </a:defRPr>
            </a:pPr>
            <a:r>
              <a:t>开源 UI 组件库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8737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技术栈：React + TypeScript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07492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GitHub 2,000+ Stars，被 50+ 项目引用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34924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A"/>
                </a:solidFill>
              </a:defRPr>
            </a:pPr>
            <a:r>
              <a:t>自动化运维平台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60527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技术栈：Python + Docker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8064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293A"/>
                </a:solidFill>
              </a:defRPr>
            </a:pPr>
            <a:r>
              <a:t>内部使用，节省 200+ 人天/年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6309360"/>
            <a:ext cx="685800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